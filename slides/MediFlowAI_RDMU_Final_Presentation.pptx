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94560"/>
            <a:ext cx="12188952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MediFlow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93C5FD"/>
                </a:solidFill>
              </a:rPr>
              <a:t>Dynamic Hospital Emergency Resource Allocation using Reinforcement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23160"/>
            <a:ext cx="10332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</a:rPr>
              <a:t>Course   :  Reasoning and Decision Making under Uncertainty — MAIB DSC 103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98648"/>
            <a:ext cx="10332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</a:rPr>
              <a:t>Student  :  Krishna Mathur   |   Student ID: AS25DXB018   |   MAIB September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74136"/>
            <a:ext cx="10332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</a:rPr>
              <a:t>Topic    :  Topic 1 — Dynamic Resource Allocation using Reinforcement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49624"/>
            <a:ext cx="10332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</a:rPr>
              <a:t>Date     :  June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6EFAC"/>
                </a:solidFill>
              </a:rPr>
              <a:t>Google Colab  :  https://colab.research.google.com/drive/1LjqDNOLf4z481r_s1NxHATEMKN2ynbZO#scrollTo=2b3c8630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04748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6EFAC"/>
                </a:solidFill>
              </a:rPr>
              <a:t>GitHub Repo   :  https://github.com/krish2105/mediflow-ai-rdmu-final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431536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6EFAC"/>
                </a:solidFill>
              </a:rPr>
              <a:t>Streamlit App :  https://mediflow-ai-rdmu-final-vyj96f9xwbtezqmelhjq6c.streamlit.app/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649224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BD5E1"/>
                </a:solidFill>
              </a:rPr>
              <a:t>Made by Krishna Mathur  |  AS25DXB018  |  MAIB September  |  MAIB DSC 103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170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Requirement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49808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3C5FD"/>
                </a:solidFill>
              </a:rPr>
              <a:t>MAIB DSC 103 — Topic 1: Dynamic Resource Allocation using RL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FFFFFF"/>
                </a:solidFill>
              </a:rPr>
              <a:t>  •  Build a decision-making software prototype using at least 4 RDMU key concepts</a:t>
            </a:r>
          </a:p>
          <a:p>
            <a:r>
              <a:rPr sz="1500">
                <a:solidFill>
                  <a:srgbClr val="FFFFFF"/>
                </a:solidFill>
              </a:rPr>
              <a:t>  •  Selected Topic: Topic 1 — Hospital emergency resource allocation under uncertainty</a:t>
            </a:r>
          </a:p>
          <a:p>
            <a:r>
              <a:rPr sz="1500">
                <a:solidFill>
                  <a:srgbClr val="FFFFFF"/>
                </a:solidFill>
              </a:rPr>
              <a:t>  •  4 RDMU Concepts: (1) Uncertainty  (2) State-Action-Reward  (3) Q-Learning  (4) Constraint Optimisation</a:t>
            </a:r>
          </a:p>
          <a:p>
            <a:r>
              <a:rPr sz="1500">
                <a:solidFill>
                  <a:srgbClr val="FFFFFF"/>
                </a:solidFill>
              </a:rPr>
              <a:t>  •  Simulate patient arrivals, limited hospital resources, and allocation under constraints</a:t>
            </a:r>
          </a:p>
          <a:p>
            <a:r>
              <a:rPr sz="1500">
                <a:solidFill>
                  <a:srgbClr val="FFFFFF"/>
                </a:solidFill>
              </a:rPr>
              <a:t>  •  Compare RL-driven vs. constraint-based allocation strategies</a:t>
            </a:r>
          </a:p>
          <a:p>
            <a:r>
              <a:rPr sz="1500">
                <a:solidFill>
                  <a:srgbClr val="FFFFFF"/>
                </a:solidFill>
              </a:rPr>
              <a:t>  •  Submission: Google Colab notebook  +  GitHub repo  +  Streamlit app  +  PPT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9224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BD5E1"/>
                </a:solidFill>
              </a:rPr>
              <a:t>Made by Krishna Mathur  |  AS25DXB018  |  MAIB September  |  MAIB DSC 103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170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Business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49808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3C5FD"/>
                </a:solidFill>
              </a:rPr>
              <a:t>Why Hospital Resource Allocation Needs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FFFFFF"/>
                </a:solidFill>
              </a:rPr>
              <a:t>  •  Emergency departments deal with unpredictable patient arrivals every hour (Uncertainty)</a:t>
            </a:r>
          </a:p>
          <a:p>
            <a:r>
              <a:rPr sz="1500">
                <a:solidFill>
                  <a:srgbClr val="FFFFFF"/>
                </a:solidFill>
              </a:rPr>
              <a:t>  •  Limited resources — beds, doctors, nurses, equipment — cannot serve all patients at once</a:t>
            </a:r>
          </a:p>
          <a:p>
            <a:r>
              <a:rPr sz="1500">
                <a:solidFill>
                  <a:srgbClr val="FFFFFF"/>
                </a:solidFill>
              </a:rPr>
              <a:t>  •  Manual triage is slow, subjective, and does not optimise across multiple constraints</a:t>
            </a:r>
          </a:p>
          <a:p>
            <a:r>
              <a:rPr sz="1500">
                <a:solidFill>
                  <a:srgbClr val="FFFFFF"/>
                </a:solidFill>
              </a:rPr>
              <a:t>  •  Poor allocation decisions increase patient waiting time and raise health risk</a:t>
            </a:r>
          </a:p>
          <a:p>
            <a:r>
              <a:rPr sz="1500">
                <a:solidFill>
                  <a:srgbClr val="FFFFFF"/>
                </a:solidFill>
              </a:rPr>
              <a:t>  •  Fairness must be maintained — all demographic groups deserve equal access to care</a:t>
            </a:r>
          </a:p>
          <a:p>
            <a:r>
              <a:rPr sz="1500">
                <a:solidFill>
                  <a:srgbClr val="FFFFFF"/>
                </a:solidFill>
              </a:rPr>
              <a:t>  •  AI-driven RL allocation learns adaptive policies that improve outcomes over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9224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BD5E1"/>
                </a:solidFill>
              </a:rPr>
              <a:t>Made by Krishna Mathur  |  AS25DXB018  |  MAIB September  |  MAIB DSC 103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170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Application Flow Chart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49808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3C5FD"/>
                </a:solidFill>
              </a:rPr>
              <a:t>System Architecture — MediFlow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</a:rPr>
              <a:t>Patient Data Input (500 synthetic patients)
          ↓
Resource Capacity Input  (Beds, Doctors, Nurses, Equipment)
          ↓
┌─── RL Policy Engine ────┐    ┌─── Constraint-Optimisation ───┐
│  Q-Learning Agent       │    │  Baseline (Heuristic Rules)   │
│  State → Q-table        │    │  Priority Score + Feasibility │
│  → Best Allocation      │    │  → Feasible Allocation Table  │
└─────────────────────────┘    └───────────────────────────────┘
          └──────────── Policy Comparison ────────────┘
                            ↓
               Dashboard Metrics  (Fairness, Utilisation, Wait Time)
                            ↓
                Human Review Decision  (Clinician Override via Streamlit)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9224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BD5E1"/>
                </a:solidFill>
              </a:rPr>
              <a:t>Made by Krishna Mathur  |  AS25DXB018  |  MAIB September  |  MAIB DSC 103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170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Prerequisites for the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49808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3C5FD"/>
                </a:solidFill>
              </a:rPr>
              <a:t>Tools, Libraries, and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FFFFFF"/>
                </a:solidFill>
              </a:rPr>
              <a:t>  •  Python 3.8 or later (local or Google Colab)</a:t>
            </a:r>
          </a:p>
          <a:p>
            <a:r>
              <a:rPr sz="1500">
                <a:solidFill>
                  <a:srgbClr val="FFFFFF"/>
                </a:solidFill>
              </a:rPr>
              <a:t>  •  Libraries: pandas, numpy, matplotlib, streamlit, nbformat, python-pptx, scikit-learn</a:t>
            </a:r>
          </a:p>
          <a:p>
            <a:r>
              <a:rPr sz="1500">
                <a:solidFill>
                  <a:srgbClr val="FFFFFF"/>
                </a:solidFill>
              </a:rPr>
              <a:t>  •  Install: pip install streamlit pandas numpy scikit-learn matplotlib nbformat python-pptx</a:t>
            </a:r>
          </a:p>
          <a:p>
            <a:r>
              <a:rPr sz="1500">
                <a:solidFill>
                  <a:srgbClr val="FFFFFF"/>
                </a:solidFill>
              </a:rPr>
              <a:t>  •  Basic understanding of Reinforcement Learning and Markov Decision Processes</a:t>
            </a:r>
          </a:p>
          <a:p>
            <a:r>
              <a:rPr sz="1500">
                <a:solidFill>
                  <a:srgbClr val="FFFFFF"/>
                </a:solidFill>
              </a:rPr>
              <a:t>  •  GitHub account for code hosting and version control</a:t>
            </a:r>
          </a:p>
          <a:p>
            <a:r>
              <a:rPr sz="1500">
                <a:solidFill>
                  <a:srgbClr val="FFFFFF"/>
                </a:solidFill>
              </a:rPr>
              <a:t>  •  Streamlit Community Cloud account for free web deployment</a:t>
            </a:r>
          </a:p>
          <a:p>
            <a:r>
              <a:rPr sz="1500">
                <a:solidFill>
                  <a:srgbClr val="FFFFFF"/>
                </a:solidFill>
              </a:rPr>
              <a:t>  •  No paid APIs, no secret keys, no external databases — fully self-contained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9224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BD5E1"/>
                </a:solidFill>
              </a:rPr>
              <a:t>Made by Krishna Mathur  |  AS25DXB018  |  MAIB September  |  MAIB DSC 103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170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Description of Data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49808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3C5FD"/>
                </a:solidFill>
              </a:rPr>
              <a:t>Synthetic Hospital Data — 500 Patient Records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FFFFFF"/>
                </a:solidFill>
              </a:rPr>
              <a:t>  •  patients.csv (500 rows): patient_id, arrival_time, urgency_level (1–5), severity_score, age_group, required_bed, required_doctor, required_nurse, required_equipment, max_safe_wait_time, fairness_group, expected_treatment_time</a:t>
            </a:r>
          </a:p>
          <a:p>
            <a:r>
              <a:rPr sz="1400">
                <a:solidFill>
                  <a:srgbClr val="FFFFFF"/>
                </a:solidFill>
              </a:rPr>
              <a:t>  •  resources.csv (4 rows): Beds=30, Doctors=10, Nurses=20, Equipment=15 (with emergency buffers)</a:t>
            </a:r>
          </a:p>
          <a:p>
            <a:r>
              <a:rPr sz="1400">
                <a:solidFill>
                  <a:srgbClr val="FFFFFF"/>
                </a:solidFill>
              </a:rPr>
              <a:t>  •  Patient arrivals follow a Poisson process; urgency follows a weighted discrete distribution</a:t>
            </a:r>
          </a:p>
          <a:p>
            <a:r>
              <a:rPr sz="1400">
                <a:solidFill>
                  <a:srgbClr val="FFFFFF"/>
                </a:solidFill>
              </a:rPr>
              <a:t>  •  Fairness groups (A=40%, B=35%, C=25%) simulate demographic diversity in patient population</a:t>
            </a:r>
          </a:p>
          <a:p>
            <a:r>
              <a:rPr sz="1400">
                <a:solidFill>
                  <a:srgbClr val="FFFFFF"/>
                </a:solidFill>
              </a:rPr>
              <a:t>  •  All data generated with NumPy random seed=42 — fully reproducible</a:t>
            </a:r>
          </a:p>
          <a:p>
            <a:r>
              <a:rPr sz="1400">
                <a:solidFill>
                  <a:srgbClr val="FFFFFF"/>
                </a:solidFill>
              </a:rPr>
              <a:t>  •  Why synthetic: Real patient data requires HIPAA / GDPR compliance and ethical approval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9224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BD5E1"/>
                </a:solidFill>
              </a:rPr>
              <a:t>Made by Krishna Mathur  |  AS25DXB018  |  MAIB September  |  MAIB DSC 103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170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Reinforcement Learning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49808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3C5FD"/>
                </a:solidFill>
              </a:rPr>
              <a:t>Q-Learning Agent — MDP Formulation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FFFFFF"/>
                </a:solidFill>
              </a:rPr>
              <a:t>  •  State = (urgency_bucket × 5,  wait_bucket × 4,  capacity_bucket × 3,  fairness_bucket × 2)  →  120 total states</a:t>
            </a:r>
          </a:p>
          <a:p>
            <a:r>
              <a:rPr sz="1400">
                <a:solidFill>
                  <a:srgbClr val="FFFFFF"/>
                </a:solidFill>
              </a:rPr>
              <a:t>  •  Action = 4 decisions:  Allocate Full Care  |  Stabilize and Queue  |  Queue for Later  |  Transfer / Refer</a:t>
            </a:r>
          </a:p>
          <a:p>
            <a:r>
              <a:rPr sz="1400">
                <a:solidFill>
                  <a:srgbClr val="FFFFFF"/>
                </a:solidFill>
              </a:rPr>
              <a:t>  •  Reward = +10×urgency for treating; +20 bonus for critical patients (urgency≥4); –30 for queuing critical</a:t>
            </a:r>
          </a:p>
          <a:p>
            <a:r>
              <a:rPr sz="1400">
                <a:solidFill>
                  <a:srgbClr val="FFFFFF"/>
                </a:solidFill>
              </a:rPr>
              <a:t>  •  Safety penalty: –2× time past max-safe-wait-limit; +5 fairness bonus for underserved groups</a:t>
            </a:r>
          </a:p>
          <a:p>
            <a:r>
              <a:rPr sz="1400">
                <a:solidFill>
                  <a:srgbClr val="FFFFFF"/>
                </a:solidFill>
              </a:rPr>
              <a:t>  •  Bellman Update: Q(s,a) ← Q(s,a) + α [ r + γ · max Q(s') − Q(s,a) ]</a:t>
            </a:r>
          </a:p>
          <a:p>
            <a:r>
              <a:rPr sz="1400">
                <a:solidFill>
                  <a:srgbClr val="FFFFFF"/>
                </a:solidFill>
              </a:rPr>
              <a:t>  •  Hyperparameters: α=0.10, γ=0.90, ε=0.30 (decays to 0.01 over 500 episodes)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9224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BD5E1"/>
                </a:solidFill>
              </a:rPr>
              <a:t>Made by Krishna Mathur  |  AS25DXB018  |  MAIB September  |  MAIB DSC 103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170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Constraint Optimisation and Fairness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49808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3C5FD"/>
                </a:solidFill>
              </a:rPr>
              <a:t>Deterministic Baseline + Fairness Trade-Off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FFFFFF"/>
                </a:solidFill>
              </a:rPr>
              <a:t>  •  Baseline allocates patients via weighted priority score (urgency + fairness + wait time − resource burden)</a:t>
            </a:r>
          </a:p>
          <a:p>
            <a:r>
              <a:rPr sz="1400">
                <a:solidFill>
                  <a:srgbClr val="FFFFFF"/>
                </a:solidFill>
              </a:rPr>
              <a:t>  •  Hard constraints: total used resources must never exceed available_count for beds, doctors, nurses, equipment</a:t>
            </a:r>
          </a:p>
          <a:p>
            <a:r>
              <a:rPr sz="1400">
                <a:solidFill>
                  <a:srgbClr val="FFFFFF"/>
                </a:solidFill>
              </a:rPr>
              <a:t>  •  Emergency buffer: 5 beds and 2 doctors reserved exclusively for critical patients (urgency ≥ 4)</a:t>
            </a:r>
          </a:p>
          <a:p>
            <a:r>
              <a:rPr sz="1400">
                <a:solidFill>
                  <a:srgbClr val="FFFFFF"/>
                </a:solidFill>
              </a:rPr>
              <a:t>  •  Fairness weight slider controls the trade-off: higher fairness → more equitable care, lower throughput</a:t>
            </a:r>
          </a:p>
          <a:p>
            <a:r>
              <a:rPr sz="1400">
                <a:solidFill>
                  <a:srgbClr val="FFFFFF"/>
                </a:solidFill>
              </a:rPr>
              <a:t>  •  Jain's Fairness Index measures equal treatment: (Σxi)² / (n · Σxi²)  — target ≥ 0.90</a:t>
            </a:r>
          </a:p>
          <a:p>
            <a:r>
              <a:rPr sz="1400">
                <a:solidFill>
                  <a:srgbClr val="FFFFFF"/>
                </a:solidFill>
              </a:rPr>
              <a:t>  •  Sensitivity analysis sweeps fairness weight 0.05→0.90 to reveal the efficiency–fairness Pareto frontier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9224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BD5E1"/>
                </a:solidFill>
              </a:rPr>
              <a:t>Made by Krishna Mathur  |  AS25DXB018  |  MAIB September  |  MAIB DSC 103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170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User Interface — Streamlit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49808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3C5FD"/>
                </a:solidFill>
              </a:rPr>
              <a:t>10-Page Interactive Decision Support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FFFFF"/>
                </a:solidFill>
              </a:rPr>
              <a:t>  •  1. Executive Dashboard — KPI cards, urgency pie chart, resource bar chart, project links</a:t>
            </a:r>
          </a:p>
          <a:p>
            <a:r>
              <a:rPr sz="1300">
                <a:solidFill>
                  <a:srgbClr val="FFFFFF"/>
                </a:solidFill>
              </a:rPr>
              <a:t>  •  2. Data Preview — patients.csv and resources.csv preview, regenerate data button</a:t>
            </a:r>
          </a:p>
          <a:p>
            <a:r>
              <a:rPr sz="1300">
                <a:solidFill>
                  <a:srgbClr val="FFFFFF"/>
                </a:solidFill>
              </a:rPr>
              <a:t>  •  3. Resource Allocation Simulator — Time-step simulation with adjustable arrival rate</a:t>
            </a:r>
          </a:p>
          <a:p>
            <a:r>
              <a:rPr sz="1300">
                <a:solidFill>
                  <a:srgbClr val="FFFFFF"/>
                </a:solidFill>
              </a:rPr>
              <a:t>  •  4. RL Policy Engine — Q-learning training, reward curve, policy heatmap, recommendations</a:t>
            </a:r>
          </a:p>
          <a:p>
            <a:r>
              <a:rPr sz="1300">
                <a:solidFill>
                  <a:srgbClr val="FFFFFF"/>
                </a:solidFill>
              </a:rPr>
              <a:t>  •  5. Optimisation Baseline — Constraint-based allocation with fairness/urgency/efficiency weights</a:t>
            </a:r>
          </a:p>
          <a:p>
            <a:r>
              <a:rPr sz="1300">
                <a:solidFill>
                  <a:srgbClr val="FFFFFF"/>
                </a:solidFill>
              </a:rPr>
              <a:t>  •  6. Policy Comparison — RL vs Optimiser side-by-side metrics and bar chart</a:t>
            </a:r>
          </a:p>
          <a:p>
            <a:r>
              <a:rPr sz="1300">
                <a:solidFill>
                  <a:srgbClr val="FFFFFF"/>
                </a:solidFill>
              </a:rPr>
              <a:t>  •  7. Sensitivity Analysis — Fairness weight sweep, trade-off scatter charts</a:t>
            </a:r>
          </a:p>
          <a:p>
            <a:r>
              <a:rPr sz="1300">
                <a:solidFill>
                  <a:srgbClr val="FFFFFF"/>
                </a:solidFill>
              </a:rPr>
              <a:t>  •  8. Metrics and Performance — Full metrics heatmap, KPIs, export CSV</a:t>
            </a:r>
          </a:p>
          <a:p>
            <a:r>
              <a:rPr sz="1300">
                <a:solidFill>
                  <a:srgbClr val="FFFFFF"/>
                </a:solidFill>
              </a:rPr>
              <a:t>  •  9. RDMU Concept Mapping — All 10 concepts mapped to app features</a:t>
            </a:r>
          </a:p>
          <a:p>
            <a:r>
              <a:rPr sz="1300">
                <a:solidFill>
                  <a:srgbClr val="FFFFFF"/>
                </a:solidFill>
              </a:rPr>
              <a:t>  •  10. Limitations and Future Scope — Academic disclaimer and improvement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6EFAC"/>
                </a:solidFill>
              </a:rPr>
              <a:t>App: https://mediflow-ai-rdmu-final-vyj96f9xwbtezqmelhjq6c.streamlit.app/   |   GitHub: https://github.com/krish2105/mediflow-ai-rdmu-final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9224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BD5E1"/>
                </a:solidFill>
              </a:rPr>
              <a:t>Made by Krishna Mathur  |  AS25DXB018  |  MAIB September  |  MAIB DSC 103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93C5FD"/>
                </a:solidFill>
              </a:rPr>
              <a:t>Colab: https://colab.research.google.com/drive/1LjqDNOLf4z481r_s1NxHATEMKN2ynbZO#scrollTo=2b3c8630   GitHub: https://github.com/krish2105/mediflow-ai-rdmu-final   App: https://mediflow-ai-rdmu-final-vyj96f9xwbtezqmelhjq6c.streamlit.app/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170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Results, Limitations, and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49808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3C5FD"/>
                </a:solidFill>
              </a:rPr>
              <a:t>Expected Outputs + Academic Disclaimer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FACC15"/>
                </a:solidFill>
              </a:rPr>
              <a:t>Key Results</a:t>
            </a:r>
          </a:p>
          <a:p>
            <a:r>
              <a:rPr sz="1300">
                <a:solidFill>
                  <a:srgbClr val="FFFFFF"/>
                </a:solidFill>
              </a:rPr>
              <a:t>  •  RL agent converges within ~300 episodes; learns to always prioritise critical patients</a:t>
            </a:r>
          </a:p>
          <a:p>
            <a:r>
              <a:rPr sz="1300">
                <a:solidFill>
                  <a:srgbClr val="FFFFFF"/>
                </a:solidFill>
              </a:rPr>
              <a:t>  •  Sensitivity analysis: fairness_weight ↑ → fairness_index ↑, resource_utilisation ↓</a:t>
            </a:r>
          </a:p>
          <a:p>
            <a:r>
              <a:rPr sz="1300">
                <a:solidFill>
                  <a:srgbClr val="FFFFFF"/>
                </a:solidFill>
              </a:rPr>
              <a:t>  •  Optimiser: deterministic, always feasible; RL: adaptive, learns fairness-aware policies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889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FACC15"/>
                </a:solidFill>
              </a:rPr>
              <a:t>Limitations</a:t>
            </a:r>
          </a:p>
          <a:p>
            <a:r>
              <a:rPr sz="1200">
                <a:solidFill>
                  <a:srgbClr val="FFFFFF"/>
                </a:solidFill>
              </a:rPr>
              <a:t>  •  Synthetic data only — not validated against real clinical outcomes</a:t>
            </a:r>
          </a:p>
          <a:p>
            <a:r>
              <a:rPr sz="1200">
                <a:solidFill>
                  <a:srgbClr val="FFFFFF"/>
                </a:solidFill>
              </a:rPr>
              <a:t>  •  Tabular Q-learning does not scale to continuous state spaces</a:t>
            </a:r>
          </a:p>
          <a:p>
            <a:r>
              <a:rPr sz="1200">
                <a:solidFill>
                  <a:srgbClr val="FFFFFF"/>
                </a:solidFill>
              </a:rPr>
              <a:t>  •  No formal LP/IP solver; heuristic constraint handling used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278892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FACC15"/>
                </a:solidFill>
              </a:rPr>
              <a:t>Future Scope</a:t>
            </a:r>
          </a:p>
          <a:p>
            <a:r>
              <a:rPr sz="1200">
                <a:solidFill>
                  <a:srgbClr val="FFFFFF"/>
                </a:solidFill>
              </a:rPr>
              <a:t>  •  Deep RL (DQN/PPO) for large continuous state spaces</a:t>
            </a:r>
          </a:p>
          <a:p>
            <a:r>
              <a:rPr sz="1200">
                <a:solidFill>
                  <a:srgbClr val="FFFFFF"/>
                </a:solidFill>
              </a:rPr>
              <a:t>  •  Real hospital data integration via HL7 FHIR APIs</a:t>
            </a:r>
          </a:p>
          <a:p>
            <a:r>
              <a:rPr sz="1200">
                <a:solidFill>
                  <a:srgbClr val="FFFFFF"/>
                </a:solidFill>
              </a:rPr>
              <a:t>  •  Formal optimisation with PuLP / OR-Tools; Explainable AI (SHAP values)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BD5E1"/>
                </a:solidFill>
              </a:rPr>
              <a:t>Made by Krishna Mathur  |  AS25DXB018  |  MAIB September  |  MAIB DSC 103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93C5FD"/>
                </a:solidFill>
              </a:rPr>
              <a:t>Colab: https://colab.research.google.com/drive/1LjqDNOLf4z481r_s1NxHATEMKN2ynbZO#scrollTo=2b3c8630   GitHub: https://github.com/krish2105/mediflow-ai-rdmu-final   App: https://mediflow-ai-rdmu-final-vyj96f9xwbtezqmelhjq6c.streamlit.app/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